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3" r:id="rId5"/>
    <p:sldId id="264" r:id="rId6"/>
    <p:sldId id="269" r:id="rId7"/>
    <p:sldId id="265" r:id="rId8"/>
    <p:sldId id="266" r:id="rId9"/>
    <p:sldId id="270"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4" name="Дата 3"/>
          <p:cNvSpPr>
            <a:spLocks noGrp="1"/>
          </p:cNvSpPr>
          <p:nvPr>
            <p:ph type="dt" sz="half" idx="10"/>
          </p:nvPr>
        </p:nvSpPr>
        <p:spPr/>
        <p:txBody>
          <a:bodyPr/>
          <a:lstStyle/>
          <a:p>
            <a:fld id="{8A854F8D-1269-4449-9822-12EA310B411D}" type="datetimeFigureOut">
              <a:rPr lang="en-US" smtClean="0"/>
              <a:t>10/12/2020</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93CCF43E-1269-479A-9D86-14980D638EE7}" type="slidenum">
              <a:rPr lang="en-US" smtClean="0"/>
              <a:t>‹#›</a:t>
            </a:fld>
            <a:endParaRPr lang="en-US"/>
          </a:p>
        </p:txBody>
      </p:sp>
    </p:spTree>
    <p:extLst>
      <p:ext uri="{BB962C8B-B14F-4D97-AF65-F5344CB8AC3E}">
        <p14:creationId xmlns:p14="http://schemas.microsoft.com/office/powerpoint/2010/main" val="2347411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8A854F8D-1269-4449-9822-12EA310B411D}" type="datetimeFigureOut">
              <a:rPr lang="en-US" smtClean="0"/>
              <a:t>10/12/2020</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93CCF43E-1269-479A-9D86-14980D638EE7}" type="slidenum">
              <a:rPr lang="en-US" smtClean="0"/>
              <a:t>‹#›</a:t>
            </a:fld>
            <a:endParaRPr lang="en-US"/>
          </a:p>
        </p:txBody>
      </p:sp>
    </p:spTree>
    <p:extLst>
      <p:ext uri="{BB962C8B-B14F-4D97-AF65-F5344CB8AC3E}">
        <p14:creationId xmlns:p14="http://schemas.microsoft.com/office/powerpoint/2010/main" val="732858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8A854F8D-1269-4449-9822-12EA310B411D}" type="datetimeFigureOut">
              <a:rPr lang="en-US" smtClean="0"/>
              <a:t>10/12/2020</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93CCF43E-1269-479A-9D86-14980D638EE7}" type="slidenum">
              <a:rPr lang="en-US" smtClean="0"/>
              <a:t>‹#›</a:t>
            </a:fld>
            <a:endParaRPr lang="en-US"/>
          </a:p>
        </p:txBody>
      </p:sp>
    </p:spTree>
    <p:extLst>
      <p:ext uri="{BB962C8B-B14F-4D97-AF65-F5344CB8AC3E}">
        <p14:creationId xmlns:p14="http://schemas.microsoft.com/office/powerpoint/2010/main" val="296882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Дата 4"/>
          <p:cNvSpPr>
            <a:spLocks noGrp="1"/>
          </p:cNvSpPr>
          <p:nvPr>
            <p:ph type="dt" sz="half" idx="10"/>
          </p:nvPr>
        </p:nvSpPr>
        <p:spPr/>
        <p:txBody>
          <a:bodyPr/>
          <a:lstStyle/>
          <a:p>
            <a:fld id="{8A854F8D-1269-4449-9822-12EA310B411D}" type="datetimeFigureOut">
              <a:rPr lang="en-US" smtClean="0"/>
              <a:t>10/12/2020</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93CCF43E-1269-479A-9D86-14980D638EE7}" type="slidenum">
              <a:rPr lang="en-US" smtClean="0"/>
              <a:t>‹#›</a:t>
            </a:fld>
            <a:endParaRPr lang="en-US"/>
          </a:p>
        </p:txBody>
      </p:sp>
    </p:spTree>
    <p:extLst>
      <p:ext uri="{BB962C8B-B14F-4D97-AF65-F5344CB8AC3E}">
        <p14:creationId xmlns:p14="http://schemas.microsoft.com/office/powerpoint/2010/main" val="2373855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Дата 6"/>
          <p:cNvSpPr>
            <a:spLocks noGrp="1"/>
          </p:cNvSpPr>
          <p:nvPr>
            <p:ph type="dt" sz="half" idx="10"/>
          </p:nvPr>
        </p:nvSpPr>
        <p:spPr/>
        <p:txBody>
          <a:bodyPr/>
          <a:lstStyle/>
          <a:p>
            <a:fld id="{8A854F8D-1269-4449-9822-12EA310B411D}" type="datetimeFigureOut">
              <a:rPr lang="en-US" smtClean="0"/>
              <a:t>10/12/2020</a:t>
            </a:fld>
            <a:endParaRPr lang="en-US"/>
          </a:p>
        </p:txBody>
      </p:sp>
      <p:sp>
        <p:nvSpPr>
          <p:cNvPr id="8" name="Нижний колонтитул 7"/>
          <p:cNvSpPr>
            <a:spLocks noGrp="1"/>
          </p:cNvSpPr>
          <p:nvPr>
            <p:ph type="ftr" sz="quarter" idx="11"/>
          </p:nvPr>
        </p:nvSpPr>
        <p:spPr/>
        <p:txBody>
          <a:bodyPr/>
          <a:lstStyle/>
          <a:p>
            <a:endParaRPr lang="en-US"/>
          </a:p>
        </p:txBody>
      </p:sp>
      <p:sp>
        <p:nvSpPr>
          <p:cNvPr id="9" name="Номер слайда 8"/>
          <p:cNvSpPr>
            <a:spLocks noGrp="1"/>
          </p:cNvSpPr>
          <p:nvPr>
            <p:ph type="sldNum" sz="quarter" idx="12"/>
          </p:nvPr>
        </p:nvSpPr>
        <p:spPr/>
        <p:txBody>
          <a:bodyPr/>
          <a:lstStyle/>
          <a:p>
            <a:fld id="{93CCF43E-1269-479A-9D86-14980D638EE7}" type="slidenum">
              <a:rPr lang="en-US" smtClean="0"/>
              <a:t>‹#›</a:t>
            </a:fld>
            <a:endParaRPr lang="en-US"/>
          </a:p>
        </p:txBody>
      </p:sp>
    </p:spTree>
    <p:extLst>
      <p:ext uri="{BB962C8B-B14F-4D97-AF65-F5344CB8AC3E}">
        <p14:creationId xmlns:p14="http://schemas.microsoft.com/office/powerpoint/2010/main" val="665842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Дата 2"/>
          <p:cNvSpPr>
            <a:spLocks noGrp="1"/>
          </p:cNvSpPr>
          <p:nvPr>
            <p:ph type="dt" sz="half" idx="10"/>
          </p:nvPr>
        </p:nvSpPr>
        <p:spPr/>
        <p:txBody>
          <a:bodyPr/>
          <a:lstStyle/>
          <a:p>
            <a:fld id="{8A854F8D-1269-4449-9822-12EA310B411D}" type="datetimeFigureOut">
              <a:rPr lang="en-US" smtClean="0"/>
              <a:t>10/12/2020</a:t>
            </a:fld>
            <a:endParaRPr lang="en-US"/>
          </a:p>
        </p:txBody>
      </p:sp>
      <p:sp>
        <p:nvSpPr>
          <p:cNvPr id="4" name="Нижний колонтитул 3"/>
          <p:cNvSpPr>
            <a:spLocks noGrp="1"/>
          </p:cNvSpPr>
          <p:nvPr>
            <p:ph type="ftr" sz="quarter" idx="11"/>
          </p:nvPr>
        </p:nvSpPr>
        <p:spPr/>
        <p:txBody>
          <a:bodyPr/>
          <a:lstStyle/>
          <a:p>
            <a:endParaRPr lang="en-US"/>
          </a:p>
        </p:txBody>
      </p:sp>
      <p:sp>
        <p:nvSpPr>
          <p:cNvPr id="5" name="Номер слайда 4"/>
          <p:cNvSpPr>
            <a:spLocks noGrp="1"/>
          </p:cNvSpPr>
          <p:nvPr>
            <p:ph type="sldNum" sz="quarter" idx="12"/>
          </p:nvPr>
        </p:nvSpPr>
        <p:spPr/>
        <p:txBody>
          <a:bodyPr/>
          <a:lstStyle/>
          <a:p>
            <a:fld id="{93CCF43E-1269-479A-9D86-14980D638EE7}" type="slidenum">
              <a:rPr lang="en-US" smtClean="0"/>
              <a:t>‹#›</a:t>
            </a:fld>
            <a:endParaRPr lang="en-US"/>
          </a:p>
        </p:txBody>
      </p:sp>
    </p:spTree>
    <p:extLst>
      <p:ext uri="{BB962C8B-B14F-4D97-AF65-F5344CB8AC3E}">
        <p14:creationId xmlns:p14="http://schemas.microsoft.com/office/powerpoint/2010/main" val="3279263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8A854F8D-1269-4449-9822-12EA310B411D}" type="datetimeFigureOut">
              <a:rPr lang="en-US" smtClean="0"/>
              <a:t>10/12/2020</a:t>
            </a:fld>
            <a:endParaRPr lang="en-US"/>
          </a:p>
        </p:txBody>
      </p:sp>
      <p:sp>
        <p:nvSpPr>
          <p:cNvPr id="3" name="Нижний колонтитул 2"/>
          <p:cNvSpPr>
            <a:spLocks noGrp="1"/>
          </p:cNvSpPr>
          <p:nvPr>
            <p:ph type="ftr" sz="quarter" idx="11"/>
          </p:nvPr>
        </p:nvSpPr>
        <p:spPr/>
        <p:txBody>
          <a:bodyPr/>
          <a:lstStyle/>
          <a:p>
            <a:endParaRPr lang="en-US"/>
          </a:p>
        </p:txBody>
      </p:sp>
      <p:sp>
        <p:nvSpPr>
          <p:cNvPr id="4" name="Номер слайда 3"/>
          <p:cNvSpPr>
            <a:spLocks noGrp="1"/>
          </p:cNvSpPr>
          <p:nvPr>
            <p:ph type="sldNum" sz="quarter" idx="12"/>
          </p:nvPr>
        </p:nvSpPr>
        <p:spPr/>
        <p:txBody>
          <a:bodyPr/>
          <a:lstStyle/>
          <a:p>
            <a:fld id="{93CCF43E-1269-479A-9D86-14980D638EE7}" type="slidenum">
              <a:rPr lang="en-US" smtClean="0"/>
              <a:t>‹#›</a:t>
            </a:fld>
            <a:endParaRPr lang="en-US"/>
          </a:p>
        </p:txBody>
      </p:sp>
    </p:spTree>
    <p:extLst>
      <p:ext uri="{BB962C8B-B14F-4D97-AF65-F5344CB8AC3E}">
        <p14:creationId xmlns:p14="http://schemas.microsoft.com/office/powerpoint/2010/main" val="3545758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8A854F8D-1269-4449-9822-12EA310B411D}" type="datetimeFigureOut">
              <a:rPr lang="en-US" smtClean="0"/>
              <a:t>10/12/2020</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93CCF43E-1269-479A-9D86-14980D638EE7}" type="slidenum">
              <a:rPr lang="en-US" smtClean="0"/>
              <a:t>‹#›</a:t>
            </a:fld>
            <a:endParaRPr lang="en-US"/>
          </a:p>
        </p:txBody>
      </p:sp>
    </p:spTree>
    <p:extLst>
      <p:ext uri="{BB962C8B-B14F-4D97-AF65-F5344CB8AC3E}">
        <p14:creationId xmlns:p14="http://schemas.microsoft.com/office/powerpoint/2010/main" val="4162676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8A854F8D-1269-4449-9822-12EA310B411D}" type="datetimeFigureOut">
              <a:rPr lang="en-US" smtClean="0"/>
              <a:t>10/12/2020</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93CCF43E-1269-479A-9D86-14980D638EE7}" type="slidenum">
              <a:rPr lang="en-US" smtClean="0"/>
              <a:t>‹#›</a:t>
            </a:fld>
            <a:endParaRPr lang="en-US"/>
          </a:p>
        </p:txBody>
      </p:sp>
    </p:spTree>
    <p:extLst>
      <p:ext uri="{BB962C8B-B14F-4D97-AF65-F5344CB8AC3E}">
        <p14:creationId xmlns:p14="http://schemas.microsoft.com/office/powerpoint/2010/main" val="692269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8A854F8D-1269-4449-9822-12EA310B411D}" type="datetimeFigureOut">
              <a:rPr lang="en-US" smtClean="0"/>
              <a:t>10/12/2020</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93CCF43E-1269-479A-9D86-14980D638EE7}" type="slidenum">
              <a:rPr lang="en-US" smtClean="0"/>
              <a:t>‹#›</a:t>
            </a:fld>
            <a:endParaRPr lang="en-US"/>
          </a:p>
        </p:txBody>
      </p:sp>
    </p:spTree>
    <p:extLst>
      <p:ext uri="{BB962C8B-B14F-4D97-AF65-F5344CB8AC3E}">
        <p14:creationId xmlns:p14="http://schemas.microsoft.com/office/powerpoint/2010/main" val="1651038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8A854F8D-1269-4449-9822-12EA310B411D}" type="datetimeFigureOut">
              <a:rPr lang="en-US" smtClean="0"/>
              <a:t>10/12/2020</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93CCF43E-1269-479A-9D86-14980D638EE7}" type="slidenum">
              <a:rPr lang="en-US" smtClean="0"/>
              <a:t>‹#›</a:t>
            </a:fld>
            <a:endParaRPr lang="en-US"/>
          </a:p>
        </p:txBody>
      </p:sp>
    </p:spTree>
    <p:extLst>
      <p:ext uri="{BB962C8B-B14F-4D97-AF65-F5344CB8AC3E}">
        <p14:creationId xmlns:p14="http://schemas.microsoft.com/office/powerpoint/2010/main" val="3464187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854F8D-1269-4449-9822-12EA310B411D}" type="datetimeFigureOut">
              <a:rPr lang="en-US" smtClean="0"/>
              <a:t>10/12/2020</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CCF43E-1269-479A-9D86-14980D638EE7}" type="slidenum">
              <a:rPr lang="en-US" smtClean="0"/>
              <a:t>‹#›</a:t>
            </a:fld>
            <a:endParaRPr lang="en-US"/>
          </a:p>
        </p:txBody>
      </p:sp>
    </p:spTree>
    <p:extLst>
      <p:ext uri="{BB962C8B-B14F-4D97-AF65-F5344CB8AC3E}">
        <p14:creationId xmlns:p14="http://schemas.microsoft.com/office/powerpoint/2010/main" val="3288885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dirty="0" smtClean="0"/>
              <a:t>How to work with GIT</a:t>
            </a:r>
            <a:endParaRPr lang="en-US" dirty="0"/>
          </a:p>
        </p:txBody>
      </p:sp>
    </p:spTree>
    <p:extLst>
      <p:ext uri="{BB962C8B-B14F-4D97-AF65-F5344CB8AC3E}">
        <p14:creationId xmlns:p14="http://schemas.microsoft.com/office/powerpoint/2010/main" val="424319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54524" y="1709942"/>
            <a:ext cx="4779390" cy="2387600"/>
          </a:xfrm>
        </p:spPr>
        <p:txBody>
          <a:bodyPr>
            <a:noAutofit/>
          </a:bodyPr>
          <a:lstStyle/>
          <a:p>
            <a:pPr algn="l"/>
            <a:r>
              <a:rPr lang="en-US" sz="3200" dirty="0" smtClean="0"/>
              <a:t>Step 1</a:t>
            </a:r>
            <a:br>
              <a:rPr lang="en-US" sz="3200" dirty="0" smtClean="0"/>
            </a:br>
            <a:r>
              <a:rPr lang="en-US" sz="3200" dirty="0" smtClean="0"/>
              <a:t>To create a new repository, select New Repository from the + sign dropdown menu</a:t>
            </a:r>
            <a:br>
              <a:rPr lang="en-US" sz="3200" dirty="0" smtClean="0"/>
            </a:br>
            <a:endParaRPr lang="en-US" sz="3200" dirty="0"/>
          </a:p>
        </p:txBody>
      </p:sp>
      <p:pic>
        <p:nvPicPr>
          <p:cNvPr id="3" name="Рисунок 2"/>
          <p:cNvPicPr>
            <a:picLocks noChangeAspect="1"/>
          </p:cNvPicPr>
          <p:nvPr/>
        </p:nvPicPr>
        <p:blipFill rotWithShape="1">
          <a:blip r:embed="rId2"/>
          <a:srcRect l="79088" t="9658" r="1479" b="62969"/>
          <a:stretch/>
        </p:blipFill>
        <p:spPr>
          <a:xfrm>
            <a:off x="7020395" y="1273192"/>
            <a:ext cx="4115802" cy="3261101"/>
          </a:xfrm>
          <a:prstGeom prst="rect">
            <a:avLst/>
          </a:prstGeom>
        </p:spPr>
      </p:pic>
    </p:spTree>
    <p:extLst>
      <p:ext uri="{BB962C8B-B14F-4D97-AF65-F5344CB8AC3E}">
        <p14:creationId xmlns:p14="http://schemas.microsoft.com/office/powerpoint/2010/main" val="3585034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54524" y="1709942"/>
            <a:ext cx="4779390" cy="2387600"/>
          </a:xfrm>
        </p:spPr>
        <p:txBody>
          <a:bodyPr>
            <a:noAutofit/>
          </a:bodyPr>
          <a:lstStyle/>
          <a:p>
            <a:pPr algn="l"/>
            <a:r>
              <a:rPr lang="en-US" sz="3200" dirty="0" smtClean="0"/>
              <a:t>Step 2</a:t>
            </a:r>
            <a:br>
              <a:rPr lang="en-US" sz="3200" dirty="0" smtClean="0"/>
            </a:br>
            <a:r>
              <a:rPr lang="en-US" sz="3200" dirty="0" smtClean="0"/>
              <a:t>Enter a name for your repository, description, etc. and click Create Repository.</a:t>
            </a:r>
            <a:br>
              <a:rPr lang="en-US" sz="3200" dirty="0" smtClean="0"/>
            </a:br>
            <a:endParaRPr lang="en-US" sz="3200" dirty="0"/>
          </a:p>
        </p:txBody>
      </p:sp>
      <p:pic>
        <p:nvPicPr>
          <p:cNvPr id="4" name="Рисунок 3"/>
          <p:cNvPicPr>
            <a:picLocks noChangeAspect="1"/>
          </p:cNvPicPr>
          <p:nvPr/>
        </p:nvPicPr>
        <p:blipFill rotWithShape="1">
          <a:blip r:embed="rId2"/>
          <a:srcRect l="27659" t="26501" r="22570" b="4804"/>
          <a:stretch/>
        </p:blipFill>
        <p:spPr>
          <a:xfrm>
            <a:off x="5505855" y="400161"/>
            <a:ext cx="6449438" cy="5007162"/>
          </a:xfrm>
          <a:prstGeom prst="rect">
            <a:avLst/>
          </a:prstGeom>
        </p:spPr>
      </p:pic>
    </p:spTree>
    <p:extLst>
      <p:ext uri="{BB962C8B-B14F-4D97-AF65-F5344CB8AC3E}">
        <p14:creationId xmlns:p14="http://schemas.microsoft.com/office/powerpoint/2010/main" val="2670683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96369" y="713819"/>
            <a:ext cx="11265031" cy="1869125"/>
          </a:xfrm>
        </p:spPr>
        <p:txBody>
          <a:bodyPr>
            <a:noAutofit/>
          </a:bodyPr>
          <a:lstStyle/>
          <a:p>
            <a:pPr algn="l"/>
            <a:r>
              <a:rPr lang="en-US" sz="3200" dirty="0" smtClean="0"/>
              <a:t>Step 3</a:t>
            </a:r>
            <a:br>
              <a:rPr lang="en-US" sz="3200" dirty="0" smtClean="0"/>
            </a:br>
            <a:r>
              <a:rPr lang="en-US" sz="3200" dirty="0" smtClean="0"/>
              <a:t>Then you need to go to the command line and go to the desired directory. And in this directory, you need to write the </a:t>
            </a:r>
            <a:r>
              <a:rPr lang="en-US" sz="3200" dirty="0" err="1" smtClean="0"/>
              <a:t>git</a:t>
            </a:r>
            <a:r>
              <a:rPr lang="en-US" sz="3200" dirty="0" smtClean="0"/>
              <a:t> </a:t>
            </a:r>
            <a:r>
              <a:rPr lang="en-US" sz="3200" dirty="0" err="1" smtClean="0"/>
              <a:t>init</a:t>
            </a:r>
            <a:r>
              <a:rPr lang="en-US" sz="3200" dirty="0" smtClean="0"/>
              <a:t> command. this command will initialize in this directory</a:t>
            </a:r>
            <a:br>
              <a:rPr lang="en-US" sz="3200" dirty="0" smtClean="0"/>
            </a:br>
            <a:endParaRPr lang="en-US" sz="3200" dirty="0"/>
          </a:p>
        </p:txBody>
      </p:sp>
      <p:pic>
        <p:nvPicPr>
          <p:cNvPr id="4" name="Рисунок 3"/>
          <p:cNvPicPr>
            <a:picLocks noChangeAspect="1"/>
          </p:cNvPicPr>
          <p:nvPr/>
        </p:nvPicPr>
        <p:blipFill rotWithShape="1">
          <a:blip r:embed="rId2"/>
          <a:srcRect l="8688" t="15385" r="34737" b="45083"/>
          <a:stretch/>
        </p:blipFill>
        <p:spPr>
          <a:xfrm>
            <a:off x="1348029" y="2771481"/>
            <a:ext cx="9161713" cy="3601039"/>
          </a:xfrm>
          <a:prstGeom prst="rect">
            <a:avLst/>
          </a:prstGeom>
        </p:spPr>
      </p:pic>
    </p:spTree>
    <p:extLst>
      <p:ext uri="{BB962C8B-B14F-4D97-AF65-F5344CB8AC3E}">
        <p14:creationId xmlns:p14="http://schemas.microsoft.com/office/powerpoint/2010/main" val="2682887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17503" y="870058"/>
            <a:ext cx="3894573" cy="4866099"/>
          </a:xfrm>
        </p:spPr>
        <p:txBody>
          <a:bodyPr>
            <a:noAutofit/>
          </a:bodyPr>
          <a:lstStyle/>
          <a:p>
            <a:pPr algn="l"/>
            <a:r>
              <a:rPr lang="en-US" sz="3200" dirty="0" smtClean="0"/>
              <a:t>Step 4</a:t>
            </a:r>
            <a:br>
              <a:rPr lang="en-US" sz="3200" dirty="0" smtClean="0"/>
            </a:br>
            <a:r>
              <a:rPr lang="en-US" sz="3200" dirty="0" smtClean="0"/>
              <a:t>You can check the status of files, whether there are new files, etc. with the "</a:t>
            </a:r>
            <a:r>
              <a:rPr lang="en-US" sz="3200" dirty="0" err="1" smtClean="0"/>
              <a:t>git</a:t>
            </a:r>
            <a:r>
              <a:rPr lang="en-US" sz="3200" dirty="0" smtClean="0"/>
              <a:t> status" command. Next, you need to make the command "</a:t>
            </a:r>
            <a:r>
              <a:rPr lang="en-US" sz="3200" dirty="0" err="1" smtClean="0"/>
              <a:t>git</a:t>
            </a:r>
            <a:r>
              <a:rPr lang="en-US" sz="3200" dirty="0" smtClean="0"/>
              <a:t> add</a:t>
            </a:r>
            <a:r>
              <a:rPr lang="ru-RU" sz="3200" dirty="0" smtClean="0"/>
              <a:t> </a:t>
            </a:r>
            <a:r>
              <a:rPr lang="en-US" sz="3200" dirty="0" smtClean="0"/>
              <a:t>." to add all files in directories.</a:t>
            </a:r>
            <a:br>
              <a:rPr lang="en-US" sz="3200" dirty="0" smtClean="0"/>
            </a:br>
            <a:endParaRPr lang="en-US" sz="3200" dirty="0"/>
          </a:p>
        </p:txBody>
      </p:sp>
      <p:pic>
        <p:nvPicPr>
          <p:cNvPr id="4" name="Рисунок 3"/>
          <p:cNvPicPr>
            <a:picLocks noChangeAspect="1"/>
          </p:cNvPicPr>
          <p:nvPr/>
        </p:nvPicPr>
        <p:blipFill rotWithShape="1">
          <a:blip r:embed="rId2"/>
          <a:srcRect l="8608" t="15274" r="34539" b="43475"/>
          <a:stretch/>
        </p:blipFill>
        <p:spPr>
          <a:xfrm>
            <a:off x="4612112" y="1799109"/>
            <a:ext cx="7370258" cy="3007996"/>
          </a:xfrm>
          <a:prstGeom prst="rect">
            <a:avLst/>
          </a:prstGeom>
        </p:spPr>
      </p:pic>
    </p:spTree>
    <p:extLst>
      <p:ext uri="{BB962C8B-B14F-4D97-AF65-F5344CB8AC3E}">
        <p14:creationId xmlns:p14="http://schemas.microsoft.com/office/powerpoint/2010/main" val="238290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17503" y="870058"/>
            <a:ext cx="3894573" cy="4866099"/>
          </a:xfrm>
        </p:spPr>
        <p:txBody>
          <a:bodyPr>
            <a:noAutofit/>
          </a:bodyPr>
          <a:lstStyle/>
          <a:p>
            <a:pPr algn="l"/>
            <a:r>
              <a:rPr lang="en-US" sz="3200" dirty="0" smtClean="0"/>
              <a:t>Step </a:t>
            </a:r>
            <a:r>
              <a:rPr lang="ru-RU" sz="3200" dirty="0" smtClean="0"/>
              <a:t>5</a:t>
            </a:r>
            <a:r>
              <a:rPr lang="en-US" sz="3200" dirty="0" smtClean="0"/>
              <a:t/>
            </a:r>
            <a:br>
              <a:rPr lang="en-US" sz="3200" dirty="0" smtClean="0"/>
            </a:br>
            <a:r>
              <a:rPr lang="en-US" sz="3200" dirty="0" smtClean="0"/>
              <a:t>You need to write '</a:t>
            </a:r>
            <a:r>
              <a:rPr lang="en-US" sz="3200" dirty="0" err="1" smtClean="0"/>
              <a:t>git</a:t>
            </a:r>
            <a:r>
              <a:rPr lang="en-US" sz="3200" dirty="0" smtClean="0"/>
              <a:t> commit -m "your comment"' in order to mark your submission -m means that we send any message and then write our comment in double brackets.</a:t>
            </a:r>
            <a:br>
              <a:rPr lang="en-US" sz="3200" dirty="0" smtClean="0"/>
            </a:br>
            <a:endParaRPr lang="en-US" sz="3200" dirty="0"/>
          </a:p>
        </p:txBody>
      </p:sp>
      <p:pic>
        <p:nvPicPr>
          <p:cNvPr id="4" name="Рисунок 3"/>
          <p:cNvPicPr>
            <a:picLocks noChangeAspect="1"/>
          </p:cNvPicPr>
          <p:nvPr/>
        </p:nvPicPr>
        <p:blipFill rotWithShape="1">
          <a:blip r:embed="rId2"/>
          <a:srcRect l="8608" t="55858" r="34539" b="26088"/>
          <a:stretch/>
        </p:blipFill>
        <p:spPr>
          <a:xfrm>
            <a:off x="4668674" y="2644849"/>
            <a:ext cx="7370258" cy="1316516"/>
          </a:xfrm>
          <a:prstGeom prst="rect">
            <a:avLst/>
          </a:prstGeom>
        </p:spPr>
      </p:pic>
    </p:spTree>
    <p:extLst>
      <p:ext uri="{BB962C8B-B14F-4D97-AF65-F5344CB8AC3E}">
        <p14:creationId xmlns:p14="http://schemas.microsoft.com/office/powerpoint/2010/main" val="563905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26244" y="3774412"/>
            <a:ext cx="11491274" cy="2387600"/>
          </a:xfrm>
        </p:spPr>
        <p:txBody>
          <a:bodyPr>
            <a:noAutofit/>
          </a:bodyPr>
          <a:lstStyle/>
          <a:p>
            <a:pPr algn="l"/>
            <a:r>
              <a:rPr lang="en-US" sz="3200" dirty="0" smtClean="0"/>
              <a:t>Step </a:t>
            </a:r>
            <a:r>
              <a:rPr lang="ru-RU" sz="3200" dirty="0"/>
              <a:t>6</a:t>
            </a:r>
            <a:r>
              <a:rPr lang="en-US" sz="3200" dirty="0" smtClean="0"/>
              <a:t/>
            </a:r>
            <a:br>
              <a:rPr lang="en-US" sz="3200" dirty="0" smtClean="0"/>
            </a:br>
            <a:r>
              <a:rPr lang="en-US" sz="3200" dirty="0" smtClean="0"/>
              <a:t>Then to create a new branch you need to write "</a:t>
            </a:r>
            <a:r>
              <a:rPr lang="en-US" sz="3200" dirty="0" err="1" smtClean="0"/>
              <a:t>git</a:t>
            </a:r>
            <a:r>
              <a:rPr lang="en-US" sz="3200" dirty="0" smtClean="0"/>
              <a:t> branch -M </a:t>
            </a:r>
            <a:r>
              <a:rPr lang="en-US" sz="3200" dirty="0" err="1" smtClean="0"/>
              <a:t>branchName</a:t>
            </a:r>
            <a:r>
              <a:rPr lang="en-US" sz="3200" dirty="0" smtClean="0"/>
              <a:t>". to add from this branch. This can be useful when several programmers are working on a project and everyone is sitting on their own branch and throwing commits, in order to upload a friend's commit, you need to write "</a:t>
            </a:r>
            <a:r>
              <a:rPr lang="en-US" sz="3200" dirty="0" err="1" smtClean="0"/>
              <a:t>git</a:t>
            </a:r>
            <a:r>
              <a:rPr lang="en-US" sz="3200" dirty="0" smtClean="0"/>
              <a:t> pull".</a:t>
            </a:r>
            <a:br>
              <a:rPr lang="en-US" sz="3200" dirty="0" smtClean="0"/>
            </a:br>
            <a:endParaRPr lang="en-US" sz="3200" dirty="0"/>
          </a:p>
        </p:txBody>
      </p:sp>
      <p:pic>
        <p:nvPicPr>
          <p:cNvPr id="4" name="Рисунок 3"/>
          <p:cNvPicPr>
            <a:picLocks noChangeAspect="1"/>
          </p:cNvPicPr>
          <p:nvPr/>
        </p:nvPicPr>
        <p:blipFill rotWithShape="1">
          <a:blip r:embed="rId2"/>
          <a:srcRect l="8793" t="48689" r="67135" b="47603"/>
          <a:stretch/>
        </p:blipFill>
        <p:spPr>
          <a:xfrm>
            <a:off x="1304933" y="1119673"/>
            <a:ext cx="9333895" cy="808715"/>
          </a:xfrm>
          <a:prstGeom prst="rect">
            <a:avLst/>
          </a:prstGeom>
        </p:spPr>
      </p:pic>
    </p:spTree>
    <p:extLst>
      <p:ext uri="{BB962C8B-B14F-4D97-AF65-F5344CB8AC3E}">
        <p14:creationId xmlns:p14="http://schemas.microsoft.com/office/powerpoint/2010/main" val="1022288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92231" y="2416952"/>
            <a:ext cx="4779390" cy="2387600"/>
          </a:xfrm>
        </p:spPr>
        <p:txBody>
          <a:bodyPr>
            <a:noAutofit/>
          </a:bodyPr>
          <a:lstStyle/>
          <a:p>
            <a:pPr algn="l"/>
            <a:r>
              <a:rPr lang="en-US" sz="3200" dirty="0" smtClean="0"/>
              <a:t>Step </a:t>
            </a:r>
            <a:r>
              <a:rPr lang="ru-RU" sz="3200" dirty="0" smtClean="0"/>
              <a:t>7</a:t>
            </a:r>
            <a:r>
              <a:rPr lang="en-US" sz="3200" dirty="0" smtClean="0"/>
              <a:t/>
            </a:r>
            <a:br>
              <a:rPr lang="en-US" sz="3200" dirty="0" smtClean="0"/>
            </a:br>
            <a:r>
              <a:rPr lang="en-US" sz="3200" dirty="0" smtClean="0"/>
              <a:t>To send changes to the </a:t>
            </a:r>
            <a:r>
              <a:rPr lang="en-US" sz="3200" dirty="0" err="1" smtClean="0"/>
              <a:t>git</a:t>
            </a:r>
            <a:r>
              <a:rPr lang="en-US" sz="3200" dirty="0" smtClean="0"/>
              <a:t>, you need to write "</a:t>
            </a:r>
            <a:r>
              <a:rPr lang="en-US" sz="3200" dirty="0" err="1" smtClean="0"/>
              <a:t>git</a:t>
            </a:r>
            <a:r>
              <a:rPr lang="en-US" sz="3200" dirty="0" smtClean="0"/>
              <a:t> push". In our case, we are sending from the main branch.</a:t>
            </a:r>
            <a:br>
              <a:rPr lang="en-US" sz="3200" dirty="0" smtClean="0"/>
            </a:br>
            <a:endParaRPr lang="en-US" sz="3200" dirty="0"/>
          </a:p>
        </p:txBody>
      </p:sp>
      <p:pic>
        <p:nvPicPr>
          <p:cNvPr id="4" name="Рисунок 3"/>
          <p:cNvPicPr>
            <a:picLocks noChangeAspect="1"/>
          </p:cNvPicPr>
          <p:nvPr/>
        </p:nvPicPr>
        <p:blipFill rotWithShape="1">
          <a:blip r:embed="rId2"/>
          <a:srcRect l="8635" t="48319" r="52811" b="23178"/>
          <a:stretch/>
        </p:blipFill>
        <p:spPr>
          <a:xfrm>
            <a:off x="5156461" y="1649691"/>
            <a:ext cx="6339523" cy="2636387"/>
          </a:xfrm>
          <a:prstGeom prst="rect">
            <a:avLst/>
          </a:prstGeom>
        </p:spPr>
      </p:pic>
    </p:spTree>
    <p:extLst>
      <p:ext uri="{BB962C8B-B14F-4D97-AF65-F5344CB8AC3E}">
        <p14:creationId xmlns:p14="http://schemas.microsoft.com/office/powerpoint/2010/main" val="3198933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131216" y="5156462"/>
            <a:ext cx="10020692" cy="747336"/>
          </a:xfrm>
        </p:spPr>
        <p:txBody>
          <a:bodyPr>
            <a:noAutofit/>
          </a:bodyPr>
          <a:lstStyle/>
          <a:p>
            <a:pPr algn="l"/>
            <a:r>
              <a:rPr lang="en-US" sz="3200" dirty="0" smtClean="0"/>
              <a:t>After refreshing our page you’ll see your commit</a:t>
            </a:r>
            <a:endParaRPr lang="en-US" sz="3200" dirty="0"/>
          </a:p>
        </p:txBody>
      </p:sp>
      <p:pic>
        <p:nvPicPr>
          <p:cNvPr id="3" name="Рисунок 2"/>
          <p:cNvPicPr>
            <a:picLocks noChangeAspect="1"/>
          </p:cNvPicPr>
          <p:nvPr/>
        </p:nvPicPr>
        <p:blipFill rotWithShape="1">
          <a:blip r:embed="rId2"/>
          <a:srcRect l="11214" t="30511" r="28622" b="24252"/>
          <a:stretch/>
        </p:blipFill>
        <p:spPr>
          <a:xfrm>
            <a:off x="829556" y="358217"/>
            <a:ext cx="10141261" cy="4289197"/>
          </a:xfrm>
          <a:prstGeom prst="rect">
            <a:avLst/>
          </a:prstGeom>
        </p:spPr>
      </p:pic>
    </p:spTree>
    <p:extLst>
      <p:ext uri="{BB962C8B-B14F-4D97-AF65-F5344CB8AC3E}">
        <p14:creationId xmlns:p14="http://schemas.microsoft.com/office/powerpoint/2010/main" val="1627407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dirty="0" smtClean="0"/>
              <a:t>That’s all</a:t>
            </a:r>
            <a:endParaRPr lang="en-US" dirty="0"/>
          </a:p>
        </p:txBody>
      </p:sp>
    </p:spTree>
    <p:extLst>
      <p:ext uri="{BB962C8B-B14F-4D97-AF65-F5344CB8AC3E}">
        <p14:creationId xmlns:p14="http://schemas.microsoft.com/office/powerpoint/2010/main" val="257686808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29</Words>
  <Application>Microsoft Office PowerPoint</Application>
  <PresentationFormat>Широкоэкранный</PresentationFormat>
  <Paragraphs>10</Paragraphs>
  <Slides>10</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10</vt:i4>
      </vt:variant>
    </vt:vector>
  </HeadingPairs>
  <TitlesOfParts>
    <vt:vector size="14" baseType="lpstr">
      <vt:lpstr>Arial</vt:lpstr>
      <vt:lpstr>Calibri</vt:lpstr>
      <vt:lpstr>Calibri Light</vt:lpstr>
      <vt:lpstr>Тема Office</vt:lpstr>
      <vt:lpstr>How to work with GIT</vt:lpstr>
      <vt:lpstr>Step 1 To create a new repository, select New Repository from the + sign dropdown menu </vt:lpstr>
      <vt:lpstr>Step 2 Enter a name for your repository, description, etc. and click Create Repository. </vt:lpstr>
      <vt:lpstr>Step 3 Then you need to go to the command line and go to the desired directory. And in this directory, you need to write the git init command. this command will initialize in this directory </vt:lpstr>
      <vt:lpstr>Step 4 You can check the status of files, whether there are new files, etc. with the "git status" command. Next, you need to make the command "git add ." to add all files in directories. </vt:lpstr>
      <vt:lpstr>Step 5 You need to write 'git commit -m "your comment"' in order to mark your submission -m means that we send any message and then write our comment in double brackets. </vt:lpstr>
      <vt:lpstr>Step 6 Then to create a new branch you need to write "git branch -M branchName". to add from this branch. This can be useful when several programmers are working on a project and everyone is sitting on their own branch and throwing commits, in order to upload a friend's commit, you need to write "git pull". </vt:lpstr>
      <vt:lpstr>Step 7 To send changes to the git, you need to write "git push". In our case, we are sending from the main branch. </vt:lpstr>
      <vt:lpstr>After refreshing our page you’ll see your commit</vt:lpstr>
      <vt:lpstr>That’s all</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work with GIT</dc:title>
  <dc:creator>Ali-Akbar Kadirov</dc:creator>
  <cp:lastModifiedBy>Ali-Akbar Kadirov</cp:lastModifiedBy>
  <cp:revision>5</cp:revision>
  <dcterms:created xsi:type="dcterms:W3CDTF">2020-10-11T20:17:32Z</dcterms:created>
  <dcterms:modified xsi:type="dcterms:W3CDTF">2020-10-11T20:58:43Z</dcterms:modified>
</cp:coreProperties>
</file>